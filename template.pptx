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260985" y="177165"/>
            <a:ext cx="6776085" cy="601853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7" name="图片占位符 6"/>
          <p:cNvSpPr>
            <a:spLocks noGrp="1"/>
          </p:cNvSpPr>
          <p:nvPr>
            <p:ph type="pic" idx="14"/>
          </p:nvPr>
        </p:nvSpPr>
        <p:spPr>
          <a:xfrm>
            <a:off x="7210425" y="155575"/>
            <a:ext cx="4776470" cy="60833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Karku</cp:lastModifiedBy>
  <cp:revision>157</cp:revision>
  <dcterms:created xsi:type="dcterms:W3CDTF">2019-06-19T02:08:00Z</dcterms:created>
  <dcterms:modified xsi:type="dcterms:W3CDTF">2026-04-12T09:47:37Z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86BEF995BF0845D28628486A8AA17C9C_11</vt:lpwstr>
  </property>
</Properties>
</file>