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数字信号处理第二章复习与作业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/>
            </a:pPr>
            <a:r>
              <a:t>🎯 授课对象：电子工程、通信工程等相关专业学生</a:t>
            </a:r>
          </a:p>
          <a:p>
            <a:pPr>
              <a:defRPr sz="1600"/>
            </a:pPr>
            <a:r>
              <a:t>⏳ 课程时长：45 分钟 | 📊 难度系数：中级</a:t>
            </a:r>
          </a:p>
          <a:p>
            <a:pPr>
              <a:defRPr sz="1600"/>
            </a:pPr>
            <a:r>
              <a:t>✨ 由灵犀智课 AI 备课引擎自动生成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教学目标 (Objectives)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defRPr sz="2000"/>
            </a:pPr>
            <a:r>
              <a:t>✅ 目标1: 知识维度 - 掌握离散时间傅里叶变换（DTFT）、离散傅里叶级数（DFS）、Z变换与反变换、系统函数与零极点分析等核心概念</a:t>
            </a:r>
          </a:p>
          <a:p>
            <a:pPr>
              <a:defRPr sz="2000"/>
            </a:pPr>
            <a:r>
              <a:t>✅ 目标2: 能力维度 - 能够运用所学知识解决实际问题，如信号处理、系统分析等</a:t>
            </a:r>
          </a:p>
          <a:p>
            <a:pPr>
              <a:defRPr sz="2000"/>
            </a:pPr>
            <a:r>
              <a:t>✅ 目标3: 素养维度 - 培养学生的逻辑思维能力和问题解决能力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 (Bridge-in) - 导入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808080"/>
                </a:solidFill>
              </a:defRPr>
            </a:pPr>
            <a:r>
              <a:t>⏱️ 建议时长: 5分钟 | 💡 互动形式: Q&amp;A / 视频观察</a:t>
            </a:r>
          </a:p>
          <a:p>
            <a:pPr>
              <a:defRPr sz="1000"/>
            </a:pPr>
          </a:p>
          <a:p>
            <a:pPr>
              <a:defRPr sz="2000"/>
            </a:pPr>
            <a:r>
              <a:t>通过回顾上一章节内容，引入本章的核心知识点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(Objective) - 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808080"/>
                </a:solidFill>
              </a:defRPr>
            </a:pPr>
            <a:r>
              <a:t>⏱️ 建议时长: 2分钟 | 💡 互动形式: 展示</a:t>
            </a:r>
          </a:p>
          <a:p>
            <a:pPr>
              <a:defRPr sz="1000"/>
            </a:pPr>
          </a:p>
          <a:p>
            <a:pPr>
              <a:defRPr sz="2000"/>
            </a:pPr>
            <a:r>
              <a:t>本节课学习后学生应达到的具体指标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P1 (Pre-assessment) - 前测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808080"/>
                </a:solidFill>
              </a:defRPr>
            </a:pPr>
            <a:r>
              <a:t>⏱️ 建议时长: 5分钟 | 💡 互动形式: 匿名答疑墙 / 快速投票</a:t>
            </a:r>
          </a:p>
          <a:p>
            <a:pPr>
              <a:defRPr sz="1000"/>
            </a:pPr>
          </a:p>
          <a:p>
            <a:pPr>
              <a:defRPr sz="2000"/>
            </a:pPr>
            <a:r>
              <a:t>通过匿名答疑墙或快速投票，检测学生对上一章节知识点的掌握情况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P2 (Participatory Learning) - 参与式学习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808080"/>
                </a:solidFill>
              </a:defRPr>
            </a:pPr>
            <a:r>
              <a:t>⏱️ 建议时长: 25分钟 | 💡 互动形式: 讲授与互动</a:t>
            </a:r>
          </a:p>
          <a:p>
            <a:pPr>
              <a:defRPr sz="1000"/>
            </a:pPr>
          </a:p>
          <a:p>
            <a:pPr>
              <a:defRPr sz="2000" b="1"/>
            </a:pPr>
            <a:r>
              <a:t>⭐ [重点] 离散时间傅里叶变换（DTFT）的定义、性质和收敛要求</a:t>
            </a:r>
          </a:p>
          <a:p>
            <a:pPr lvl="1">
              <a:defRPr sz="1600"/>
            </a:pPr>
            <a:r>
              <a:t>详细讲解DTFT的定义、核心性质和收敛要求，包括时域离散信号、频域连续函数以及周期性等概念</a:t>
            </a:r>
          </a:p>
          <a:p>
            <a:pPr>
              <a:defRPr sz="2000" b="1"/>
            </a:pPr>
            <a:r>
              <a:t>⭐ [重点] 离散傅里叶级数（DFS）的定义、频谱特点和与DTFT的区别</a:t>
            </a:r>
          </a:p>
          <a:p>
            <a:pPr lvl="1">
              <a:defRPr sz="1600"/>
            </a:pPr>
            <a:r>
              <a:t>讲解DFS的定义、频谱特点，以及与DTFT的区别，包括周期性、线谱和离散频谱等概念</a:t>
            </a:r>
          </a:p>
          <a:p>
            <a:pPr>
              <a:defRPr sz="2000" b="1"/>
            </a:pPr>
            <a:r>
              <a:t>⭐ [重点] Z变换与反变换的核心关系、收敛域（ROC）、零极点和反变换方法</a:t>
            </a:r>
          </a:p>
          <a:p>
            <a:pPr lvl="1">
              <a:defRPr sz="1600"/>
            </a:pPr>
            <a:r>
              <a:t>讲解Z变换与DTFT的关系、收敛域、零极点以及反变换方法，包括部分分式分解法和留数法等</a:t>
            </a:r>
          </a:p>
          <a:p>
            <a:pPr>
              <a:defRPr sz="2000" b="1"/>
            </a:pPr>
            <a:r>
              <a:t>⭐ [重点] 系统函数与零极点分析的定义、频率响应与零极点的关系、稳定系统的收敛域和滤波特性判断</a:t>
            </a:r>
          </a:p>
          <a:p>
            <a:pPr lvl="1">
              <a:defRPr sz="1600"/>
            </a:pPr>
            <a:r>
              <a:t>讲解系统函数的定义、频率响应与零极点的关系、稳定系统的收敛域以及滤波特性判断等概念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P3 (Post-assessment) - 后测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808080"/>
                </a:solidFill>
              </a:defRPr>
            </a:pPr>
            <a:r>
              <a:t>⏱️ 建议时长: 5分钟 | 💡 互动形式: 在线测试</a:t>
            </a:r>
          </a:p>
          <a:p>
            <a:pPr>
              <a:defRPr sz="1000"/>
            </a:pPr>
          </a:p>
          <a:p>
            <a:pPr>
              <a:defRPr sz="2000"/>
            </a:pPr>
            <a:r>
              <a:t>通过在线测试，检测学生对本章知识点的掌握情况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 (Summary) - 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808080"/>
                </a:solidFill>
              </a:defRPr>
            </a:pPr>
            <a:r>
              <a:t>⏱️ 建议时长: 3分钟 | 💡 互动形式: 思维导图展示</a:t>
            </a:r>
          </a:p>
          <a:p>
            <a:pPr>
              <a:defRPr sz="1000"/>
            </a:pPr>
          </a:p>
          <a:p>
            <a:pPr>
              <a:defRPr sz="2000"/>
            </a:pPr>
            <a:r>
              <a:t>通过思维导图展示，梳理本章知识点，帮助学生形成知识体系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