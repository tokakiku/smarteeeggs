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计算机网络：TCP三次握手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适用人群：计算机专业本科二年级</a:t>
            </a:r>
          </a:p>
          <a:p>
            <a:r>
              <a:t>(由灵犀智课 AI 自动生成)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(Bridge-in) - 导入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通过日常生活中寄送快递需要确认收件人地址的例子，引入网络数据传输前也需要建立连接。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P2 - 参与式学习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👉 第一步：客户端发送 SYN: 客户端主动打开连接，发送带有 SYN 标志的数据包。</a:t>
            </a:r>
          </a:p>
          <a:p>
            <a:r>
              <a:t>👉 第二步：服务端回复 SYN-ACK: 服务端收到后，同时确认(ACK)并发起同步(SYN)。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(Summary) -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TCP三次握手是为了确保双方收发能力正常。口诀：你听得到吗-我听得到，你呢-我也听得到。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